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6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/>
    <p:restoredTop sz="94632"/>
  </p:normalViewPr>
  <p:slideViewPr>
    <p:cSldViewPr snapToGrid="0">
      <p:cViewPr varScale="1">
        <p:scale>
          <a:sx n="105" d="100"/>
          <a:sy n="105" d="100"/>
        </p:scale>
        <p:origin x="19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8B17-BD42-DCF3-D2C5-64F790017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8FFC2-9680-A5EB-BDBD-D89EE0984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15F01-DA35-413B-E33A-BB237C3F3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2BEB-3CE3-D2E0-E69B-0E30C254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2DC7C-C0BB-428C-E54E-67A722E8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9538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E75C-0883-C52E-613D-A9BC18BC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297A-61DF-52FD-26A7-A92BEE5B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76CDF-81DF-A787-0761-47216CE0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3AB5-851B-F261-41CA-3ABC7CE5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32C98-3339-FA7C-BDF1-A3C73737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256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A611-E539-CDC3-654E-45EF7F55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96FB8-0CCF-EA6C-785E-3B051C56D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1032-7485-B275-AE42-2F5BDB32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6FA0-FE4D-9057-EDB7-A2D476A8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CE3B5-50D8-E065-F782-32305529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013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DE7F-494A-226F-8911-8E08A8F9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49C4A-6575-265E-8DD2-15CFBE15E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5C2ED-AC93-079F-7FCE-C4EA1B6DB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C0BB7-9147-BBA7-F5A3-2EEDC263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D7C82-7939-845E-A6A9-F98375D1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672EF-A7EA-310A-07DE-EFB27A97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248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17DAD-88BE-0BF0-1642-85E25D15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C5287-FC4F-ABB7-FBF4-B57EB63AA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E68FB-5B74-0C38-A484-C2DFED2C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CCE21-98A1-69A5-1973-984DCFBF9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6C566-FF89-21EA-8096-1EC4B617A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ECCA0-BC6E-BAE5-74DF-B608775C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95640-9122-1C18-93D1-020217A3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B219D-54EB-AB26-8667-FED43E9A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4238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C840-CF8D-2E88-3989-6C1042FF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9EBC8-46F2-09C5-28F8-7A69DF38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E66F2-CDE1-A4FA-029F-5EEB64CB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DA3DC-A6C7-5A01-7ABA-0E113B6A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146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00EEB-E912-7563-B3B7-692F811E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6AFB4-EA4C-75E1-6399-5157C9A5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A4540-6DE6-E34A-1D12-0E59B9D2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272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21DB-C3F9-053E-C4E8-04070622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3F66-D817-666F-17C7-4C5E9893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F3C5F-4AD8-69F4-2D9B-81B6F7F17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6A3A1-B276-50C5-444E-5586699C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443DF-D737-3C83-9B7E-623DB25C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078FF-8487-6E77-AA12-48700AFA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121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F38B-B06A-7B01-3543-9499AE48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BF431-408A-B1F7-DEE6-1120394C4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CDDF6-DBF5-6517-A797-B706A3CED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39480-D285-E480-A82E-A189D9D5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B8C4-5B2E-CB05-907F-25301065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04891-35B9-2BE5-6516-508C4A9C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24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ACAF-A082-61E7-1062-ABF6E940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E14F9-C317-20B5-AAD3-E7FB248D7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BDA3F-3E59-2981-AF1F-D3048BC4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8ED90-9D54-8579-F14F-83A4573A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B9F68-6EA0-ED84-0D6A-72C68622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581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F865E-C432-8B92-9973-4660D4334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49EEA-7DAF-91C7-4CDD-9DA9F9A16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ED52-C4E4-C2FE-B613-74C76C10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387E4-4F41-CFB1-C473-A45D7AFA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13493-62E7-5998-AB85-3EED4EB7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432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49FC83-6BC7-AE1C-C128-ABA24F06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76F12-C32E-970E-CE70-46E336393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5D7E1-83E9-B6B1-EB96-E73C34826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0A2E3-2753-CF4F-B957-BBBBDBF4C006}" type="datetimeFigureOut">
              <a:rPr lang="en-CN" smtClean="0"/>
              <a:t>2024/10/1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1B043-452B-9D7B-6F7A-1239C9054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F610A-AC20-382F-F94B-07940F814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0991D-20A0-8743-9D35-ACB94E5B5A0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24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B037-33DD-0E0E-DD33-522B47D75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526" y="1041400"/>
            <a:ext cx="10478947" cy="2387600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Georgia" panose="02040502050405020303" pitchFamily="18" charset="0"/>
              </a:rPr>
              <a:t>How We Experience</a:t>
            </a:r>
            <a:endParaRPr lang="en-CN" sz="6600" b="1" dirty="0"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A55B4-E19E-187B-C462-B16FFE494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019" y="3729359"/>
            <a:ext cx="10015959" cy="1655762"/>
          </a:xfrm>
        </p:spPr>
        <p:txBody>
          <a:bodyPr>
            <a:normAutofit/>
          </a:bodyPr>
          <a:lstStyle/>
          <a:p>
            <a:r>
              <a:rPr lang="en-US" sz="4000" i="1" dirty="0">
                <a:latin typeface="Cambria" panose="02040503050406030204" pitchFamily="18" charset="0"/>
              </a:rPr>
              <a:t>----towards future neuron science</a:t>
            </a:r>
          </a:p>
          <a:p>
            <a:r>
              <a:rPr lang="en-US" sz="2000" i="1" dirty="0">
                <a:latin typeface="Cambria" panose="02040503050406030204" pitchFamily="18" charset="0"/>
              </a:rPr>
              <a:t>Made</a:t>
            </a:r>
            <a:r>
              <a:rPr lang="zh-CN" altLang="en-US" sz="2000" i="1" dirty="0">
                <a:latin typeface="Cambria" panose="02040503050406030204" pitchFamily="18" charset="0"/>
              </a:rPr>
              <a:t> </a:t>
            </a:r>
            <a:r>
              <a:rPr lang="en-US" altLang="zh-CN" sz="2000" i="1" dirty="0">
                <a:latin typeface="Cambria" panose="02040503050406030204" pitchFamily="18" charset="0"/>
              </a:rPr>
              <a:t>by</a:t>
            </a:r>
            <a:r>
              <a:rPr lang="zh-CN" altLang="en-US" sz="2000" i="1" dirty="0">
                <a:latin typeface="Cambria" panose="02040503050406030204" pitchFamily="18" charset="0"/>
              </a:rPr>
              <a:t> </a:t>
            </a:r>
            <a:r>
              <a:rPr lang="en-US" sz="2000" i="1" dirty="0">
                <a:latin typeface="Cambria" panose="02040503050406030204" pitchFamily="18" charset="0"/>
              </a:rPr>
              <a:t>Jerry</a:t>
            </a:r>
            <a:r>
              <a:rPr lang="zh-CN" altLang="en-US" sz="2000" i="1" dirty="0">
                <a:latin typeface="Cambria" panose="02040503050406030204" pitchFamily="18" charset="0"/>
              </a:rPr>
              <a:t> </a:t>
            </a:r>
            <a:r>
              <a:rPr lang="en-US" altLang="zh-CN" sz="2000" i="1" dirty="0">
                <a:latin typeface="Cambria" panose="02040503050406030204" pitchFamily="18" charset="0"/>
              </a:rPr>
              <a:t>Ling</a:t>
            </a:r>
            <a:endParaRPr lang="en-CN" sz="2000" i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87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5706-BBD2-7D93-3965-17E8CF6B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050"/>
            <a:ext cx="10515600" cy="1325563"/>
          </a:xfrm>
        </p:spPr>
        <p:txBody>
          <a:bodyPr/>
          <a:lstStyle/>
          <a:p>
            <a:pPr algn="ctr"/>
            <a:r>
              <a:rPr lang="en-CN" b="1" dirty="0">
                <a:latin typeface="Georgia" panose="02040502050405020303" pitchFamily="18" charset="0"/>
              </a:rPr>
              <a:t>1. Bands in Soilds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0115C-65BE-B946-9DD9-A703B77E7C7A}"/>
              </a:ext>
            </a:extLst>
          </p:cNvPr>
          <p:cNvSpPr txBox="1"/>
          <p:nvPr/>
        </p:nvSpPr>
        <p:spPr>
          <a:xfrm>
            <a:off x="3489960" y="3598225"/>
            <a:ext cx="5212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lt"/>
              </a:rPr>
              <a:t>——</a:t>
            </a:r>
            <a:r>
              <a:rPr lang="en-CN" sz="3200" dirty="0">
                <a:latin typeface="+mj-lt"/>
              </a:rPr>
              <a:t>能带从何而来</a:t>
            </a:r>
            <a:r>
              <a:rPr lang="zh-CN" altLang="en-US" sz="3200" dirty="0">
                <a:latin typeface="+mj-lt"/>
              </a:rPr>
              <a:t>？</a:t>
            </a:r>
            <a:endParaRPr lang="en-C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229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82284-89DA-54DC-D418-B0160EE6B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1807738"/>
            <a:ext cx="11607800" cy="364208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CN" sz="5400" dirty="0"/>
              <a:t>How to understand </a:t>
            </a:r>
            <a:r>
              <a:rPr lang="en-US" altLang="zh-CN" sz="5400" b="1" dirty="0"/>
              <a:t>solid</a:t>
            </a:r>
            <a:r>
              <a:rPr lang="en-US" altLang="zh-CN" sz="5400" dirty="0"/>
              <a:t> system </a:t>
            </a:r>
          </a:p>
          <a:p>
            <a:pPr marL="0" indent="0" algn="ctr">
              <a:buNone/>
            </a:pPr>
            <a:r>
              <a:rPr lang="en-US" altLang="zh-CN" sz="5400" dirty="0"/>
              <a:t>while lacking the ability to </a:t>
            </a:r>
          </a:p>
          <a:p>
            <a:pPr marL="0" indent="0" algn="ctr">
              <a:buNone/>
            </a:pPr>
            <a:r>
              <a:rPr lang="en-US" altLang="zh-CN" sz="5400" dirty="0"/>
              <a:t>keep track of the interactions of</a:t>
            </a:r>
          </a:p>
          <a:p>
            <a:pPr marL="0" indent="0" algn="ctr">
              <a:buNone/>
            </a:pPr>
            <a:r>
              <a:rPr lang="en-US" altLang="zh-CN" sz="5400" dirty="0"/>
              <a:t> all of these particles </a:t>
            </a:r>
            <a:r>
              <a:rPr lang="en-US" altLang="zh-CN" sz="5400" b="1" dirty="0"/>
              <a:t>individually</a:t>
            </a:r>
            <a:r>
              <a:rPr lang="en-US" altLang="zh-CN" sz="5400" dirty="0"/>
              <a:t>?</a:t>
            </a:r>
            <a:endParaRPr lang="en-CN" sz="5400" dirty="0"/>
          </a:p>
        </p:txBody>
      </p:sp>
    </p:spTree>
    <p:extLst>
      <p:ext uri="{BB962C8B-B14F-4D97-AF65-F5344CB8AC3E}">
        <p14:creationId xmlns:p14="http://schemas.microsoft.com/office/powerpoint/2010/main" val="188219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Georgia</vt:lpstr>
      <vt:lpstr>Office Theme</vt:lpstr>
      <vt:lpstr>How We Experience</vt:lpstr>
      <vt:lpstr>1. Bands in Soilds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Ling</dc:creator>
  <cp:lastModifiedBy>Jerry Ling</cp:lastModifiedBy>
  <cp:revision>1</cp:revision>
  <dcterms:created xsi:type="dcterms:W3CDTF">2024-10-01T13:32:08Z</dcterms:created>
  <dcterms:modified xsi:type="dcterms:W3CDTF">2024-10-01T13:34:21Z</dcterms:modified>
</cp:coreProperties>
</file>