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186E-E5F0-A0F8-D2FE-8E89677A8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4563F-7ED8-986E-D7A0-DF542DE48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4F2D5-B9FD-7BD9-2221-A40107C2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762A9-8D2C-1BAC-A19B-1D62A2A0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F1820-73CB-401B-F102-7B45F4CD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869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42C3-989D-0EE1-C154-4E380FC5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7867-9A57-F34A-7D32-5979818F6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B1E48-1C55-6FE8-0ED4-27B2E3DA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DF31D-BD2E-B051-76EC-2F4265DE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A2CC2-9BF6-D370-C32D-38B3FD07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426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EBA1-5D03-E282-7679-C3077D4D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CCC3D-F623-E0F3-2340-BEDDDFE31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7F7E3-F53E-24C3-2666-8B36859B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3AB7B-3852-9AC5-1CB9-CB895F24D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A17CA-24C5-6828-68DA-0690F80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363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5D56-B31F-FD67-B4A5-54C8D9CE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BF643-766B-279E-C512-E21C3DD99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9E2CA-75C2-29C8-CF7D-22C2B11F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5C404-6F53-72DE-19E5-8D26CFBE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F6532-2242-4DDA-C509-104341F7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06AAF-55C9-0711-8F7D-78711379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577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726F-87F3-60C6-4015-F15131EA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392EB-6F13-AEA9-37EB-33591F47E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2392F-584E-F798-BDB1-8A19B5C9D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FFED6-188D-4926-0DF6-AD5F8679B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3FF647-4A30-DBBE-FCE4-39FB31E60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48236B-DD6B-8BBC-23BD-45A2AD65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9C8BF-00C9-23F8-3A5A-D1C66997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994A3-BC35-CC9E-904D-62453936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86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1D3D-B9D5-77B9-FB60-B019D7F2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26C63-D0C9-5E56-2EF7-D44B2A7A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FB714-AEEA-C67D-9675-AD4CDAD8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8C753-C261-6693-AC87-0974312E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037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82ECD2-53E2-4496-8E48-6F2E5449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714D6-05CA-DBF2-3431-F895BB36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EC428-271E-7124-B961-509BB673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978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507A-799C-400C-4F7A-36B8888C9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75E8-0333-1BD8-4302-A36EA7999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B36ED-F5FA-45BC-7B61-33CAE9B19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37487-E013-7554-86C1-29180310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B101C-85AF-4DC7-FDC8-C1C59CFF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CA1A1-9B1C-AE8A-0B95-FC220BE2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479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77DC1-5F81-152E-82B9-85FB082B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3A89B-5AA0-575B-A066-52F8B5C96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CE059-E9D0-2102-DEB8-AAE3A7FAC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8ABD0-C717-8543-2DDA-88EB8BE69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BCB20-0BA7-EDF5-0C96-3AE9DF76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4EED8-D1BD-B1A6-9647-48B8B7EE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931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A28F-A4E3-0F5D-3ADC-15BCCC8B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6658B-B26A-9864-36D8-1122FC2FD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70918-B9A2-97D1-BC7E-90416618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D5BAE-B01E-3A70-F827-21CA7E53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5BF4A-5C40-7696-7119-0A7CCA1B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4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E7E92-D5E4-8CDD-DFE2-C938A1AC6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6B649-65EA-5038-BF88-FF0A4F42B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6372A-0784-45BE-9780-1B6181C5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96705-BD31-D714-494A-E59408D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5EAD-EE4F-21DE-764A-31BDBFB4C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1615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BEB6D-D7F8-4C72-36D8-99140067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7C8A7-4105-2B90-D8DC-ADEF4AD4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38B5-D5C7-0D6F-F1F5-55F2B9637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E35B-5063-BA4E-BFC6-995507C39DD6}" type="datetimeFigureOut">
              <a:rPr lang="en-CN" smtClean="0"/>
              <a:t>2025/4/4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DFF19-00DA-95CE-DB7E-3E870804C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6032B-3E3D-84B6-734C-6667D24C1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EBB74-B480-634F-94E2-7D17AB8DABC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4832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570441-C15F-6322-5830-78AD884D961F}"/>
              </a:ext>
            </a:extLst>
          </p:cNvPr>
          <p:cNvSpPr/>
          <p:nvPr/>
        </p:nvSpPr>
        <p:spPr>
          <a:xfrm>
            <a:off x="2711669" y="2427889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3E246-CB9D-98A2-99CC-16A87EDA5A58}"/>
              </a:ext>
            </a:extLst>
          </p:cNvPr>
          <p:cNvSpPr/>
          <p:nvPr/>
        </p:nvSpPr>
        <p:spPr>
          <a:xfrm>
            <a:off x="2864069" y="2580289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BB0D99-EE14-085C-9FA3-B7628C3D1E07}"/>
              </a:ext>
            </a:extLst>
          </p:cNvPr>
          <p:cNvSpPr/>
          <p:nvPr/>
        </p:nvSpPr>
        <p:spPr>
          <a:xfrm>
            <a:off x="3016469" y="2732689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689E6B-7010-43DA-D1D5-8E95B0F82490}"/>
              </a:ext>
            </a:extLst>
          </p:cNvPr>
          <p:cNvSpPr/>
          <p:nvPr/>
        </p:nvSpPr>
        <p:spPr>
          <a:xfrm>
            <a:off x="3168869" y="2885089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289A6C-234F-31AF-F0EF-9CFCFE2A3632}"/>
              </a:ext>
            </a:extLst>
          </p:cNvPr>
          <p:cNvSpPr/>
          <p:nvPr/>
        </p:nvSpPr>
        <p:spPr>
          <a:xfrm>
            <a:off x="3510455" y="3247697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CBE086-743A-B382-B18D-AB83EFFF3111}"/>
              </a:ext>
            </a:extLst>
          </p:cNvPr>
          <p:cNvSpPr/>
          <p:nvPr/>
        </p:nvSpPr>
        <p:spPr>
          <a:xfrm>
            <a:off x="3662855" y="3400097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1CD9C-AA39-B8F4-0F11-448DD6CA24BA}"/>
              </a:ext>
            </a:extLst>
          </p:cNvPr>
          <p:cNvSpPr txBox="1"/>
          <p:nvPr/>
        </p:nvSpPr>
        <p:spPr>
          <a:xfrm rot="2866578">
            <a:off x="3321889" y="3130137"/>
            <a:ext cx="473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…</a:t>
            </a:r>
            <a:endParaRPr lang="en-CN" b="1" dirty="0">
              <a:solidFill>
                <a:schemeClr val="bg1"/>
              </a:solidFill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7BBCC38B-D558-8689-969F-BD0253F6D2FB}"/>
              </a:ext>
            </a:extLst>
          </p:cNvPr>
          <p:cNvSpPr/>
          <p:nvPr/>
        </p:nvSpPr>
        <p:spPr>
          <a:xfrm rot="19317820">
            <a:off x="2754222" y="3068604"/>
            <a:ext cx="315310" cy="1091087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92D0F6-AB99-6DD7-AB9C-91E630C3624D}"/>
              </a:ext>
            </a:extLst>
          </p:cNvPr>
          <p:cNvSpPr txBox="1"/>
          <p:nvPr/>
        </p:nvSpPr>
        <p:spPr>
          <a:xfrm>
            <a:off x="2402637" y="3620079"/>
            <a:ext cx="46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16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40CC63-6EBD-C7C2-3B54-679ACB8E6561}"/>
              </a:ext>
            </a:extLst>
          </p:cNvPr>
          <p:cNvSpPr/>
          <p:nvPr/>
        </p:nvSpPr>
        <p:spPr>
          <a:xfrm>
            <a:off x="459326" y="2806261"/>
            <a:ext cx="1053645" cy="1053645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AC256D-057A-6028-8B31-BFBDD4A6BA22}"/>
              </a:ext>
            </a:extLst>
          </p:cNvPr>
          <p:cNvCxnSpPr>
            <a:cxnSpLocks/>
          </p:cNvCxnSpPr>
          <p:nvPr/>
        </p:nvCxnSpPr>
        <p:spPr>
          <a:xfrm>
            <a:off x="1629103" y="3526221"/>
            <a:ext cx="8224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1D8AAB-7E93-078B-960A-07F474204E98}"/>
              </a:ext>
            </a:extLst>
          </p:cNvPr>
          <p:cNvSpPr txBox="1"/>
          <p:nvPr/>
        </p:nvSpPr>
        <p:spPr>
          <a:xfrm>
            <a:off x="1558747" y="3156889"/>
            <a:ext cx="110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convolve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0BA688-01D4-026B-99C6-CE5C7BFB68E9}"/>
              </a:ext>
            </a:extLst>
          </p:cNvPr>
          <p:cNvSpPr/>
          <p:nvPr/>
        </p:nvSpPr>
        <p:spPr>
          <a:xfrm>
            <a:off x="4759861" y="22863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0BECD6-297C-6D79-1796-E6A061D9A388}"/>
              </a:ext>
            </a:extLst>
          </p:cNvPr>
          <p:cNvSpPr/>
          <p:nvPr/>
        </p:nvSpPr>
        <p:spPr>
          <a:xfrm>
            <a:off x="4912261" y="24387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D6C7A1-BAC8-804A-EFD3-52028748F174}"/>
              </a:ext>
            </a:extLst>
          </p:cNvPr>
          <p:cNvSpPr/>
          <p:nvPr/>
        </p:nvSpPr>
        <p:spPr>
          <a:xfrm>
            <a:off x="5064661" y="25911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C2D9DA-3DA0-5F54-FCBB-9D949F10F2C7}"/>
              </a:ext>
            </a:extLst>
          </p:cNvPr>
          <p:cNvSpPr/>
          <p:nvPr/>
        </p:nvSpPr>
        <p:spPr>
          <a:xfrm>
            <a:off x="5217061" y="27435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36B3F5-3A85-627C-D19E-55AACC50A226}"/>
              </a:ext>
            </a:extLst>
          </p:cNvPr>
          <p:cNvSpPr/>
          <p:nvPr/>
        </p:nvSpPr>
        <p:spPr>
          <a:xfrm>
            <a:off x="5369461" y="28959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EF28E7-6F08-1912-F3DE-EA31B65E4C29}"/>
              </a:ext>
            </a:extLst>
          </p:cNvPr>
          <p:cNvSpPr/>
          <p:nvPr/>
        </p:nvSpPr>
        <p:spPr>
          <a:xfrm>
            <a:off x="5521861" y="30483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3B37D3-A1C0-B131-213B-7A3D0E678B37}"/>
              </a:ext>
            </a:extLst>
          </p:cNvPr>
          <p:cNvSpPr/>
          <p:nvPr/>
        </p:nvSpPr>
        <p:spPr>
          <a:xfrm>
            <a:off x="5674261" y="32007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F0F0FF-06F0-3CC0-622D-BC8232DB0C09}"/>
              </a:ext>
            </a:extLst>
          </p:cNvPr>
          <p:cNvSpPr/>
          <p:nvPr/>
        </p:nvSpPr>
        <p:spPr>
          <a:xfrm>
            <a:off x="5826661" y="33531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5248C1-9473-1BA1-DED9-8892DC1CB27C}"/>
              </a:ext>
            </a:extLst>
          </p:cNvPr>
          <p:cNvSpPr/>
          <p:nvPr/>
        </p:nvSpPr>
        <p:spPr>
          <a:xfrm>
            <a:off x="5979061" y="35055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AE8C3E-8A52-869F-6A93-CFA3CF800940}"/>
              </a:ext>
            </a:extLst>
          </p:cNvPr>
          <p:cNvSpPr/>
          <p:nvPr/>
        </p:nvSpPr>
        <p:spPr>
          <a:xfrm>
            <a:off x="6131461" y="36579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08A042-BA2B-D26E-8C30-93810CF28DD2}"/>
              </a:ext>
            </a:extLst>
          </p:cNvPr>
          <p:cNvSpPr/>
          <p:nvPr/>
        </p:nvSpPr>
        <p:spPr>
          <a:xfrm>
            <a:off x="6283861" y="3810399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1239CC-C154-B746-B962-812006387109}"/>
              </a:ext>
            </a:extLst>
          </p:cNvPr>
          <p:cNvSpPr/>
          <p:nvPr/>
        </p:nvSpPr>
        <p:spPr>
          <a:xfrm>
            <a:off x="4838690" y="23442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089DD0-DD87-D384-9CC7-2B02EA8FDDF7}"/>
              </a:ext>
            </a:extLst>
          </p:cNvPr>
          <p:cNvSpPr/>
          <p:nvPr/>
        </p:nvSpPr>
        <p:spPr>
          <a:xfrm>
            <a:off x="4991090" y="24966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57FD61-7DF4-623B-EA48-82154F9A5A29}"/>
              </a:ext>
            </a:extLst>
          </p:cNvPr>
          <p:cNvSpPr/>
          <p:nvPr/>
        </p:nvSpPr>
        <p:spPr>
          <a:xfrm>
            <a:off x="5143490" y="26490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2A3DE8-16CA-A383-F7BE-BEDF8B6B44EA}"/>
              </a:ext>
            </a:extLst>
          </p:cNvPr>
          <p:cNvSpPr/>
          <p:nvPr/>
        </p:nvSpPr>
        <p:spPr>
          <a:xfrm>
            <a:off x="5295890" y="28014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61E13D-FFAE-9DB7-54AC-48D7060432D8}"/>
              </a:ext>
            </a:extLst>
          </p:cNvPr>
          <p:cNvSpPr/>
          <p:nvPr/>
        </p:nvSpPr>
        <p:spPr>
          <a:xfrm>
            <a:off x="5448290" y="29538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081406C-0B54-7FBC-AC1A-1A2F4B9EC41D}"/>
              </a:ext>
            </a:extLst>
          </p:cNvPr>
          <p:cNvSpPr/>
          <p:nvPr/>
        </p:nvSpPr>
        <p:spPr>
          <a:xfrm>
            <a:off x="5600690" y="31062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EB4D83-7913-CBDE-3EE5-9CD1C978D236}"/>
              </a:ext>
            </a:extLst>
          </p:cNvPr>
          <p:cNvSpPr/>
          <p:nvPr/>
        </p:nvSpPr>
        <p:spPr>
          <a:xfrm>
            <a:off x="5753090" y="32586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5B9EB5-C8E0-515E-02C0-5301EC644286}"/>
              </a:ext>
            </a:extLst>
          </p:cNvPr>
          <p:cNvSpPr/>
          <p:nvPr/>
        </p:nvSpPr>
        <p:spPr>
          <a:xfrm>
            <a:off x="5905490" y="34110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C7D555-89C5-AAD1-0DF2-08C3313CEB07}"/>
              </a:ext>
            </a:extLst>
          </p:cNvPr>
          <p:cNvSpPr/>
          <p:nvPr/>
        </p:nvSpPr>
        <p:spPr>
          <a:xfrm>
            <a:off x="6057890" y="35634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EAEF8E-8445-05D2-B929-5AF2ABBEE71E}"/>
              </a:ext>
            </a:extLst>
          </p:cNvPr>
          <p:cNvSpPr/>
          <p:nvPr/>
        </p:nvSpPr>
        <p:spPr>
          <a:xfrm>
            <a:off x="6210290" y="37158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FC7E8B-1E52-681A-B4E4-A991221A21A3}"/>
              </a:ext>
            </a:extLst>
          </p:cNvPr>
          <p:cNvSpPr/>
          <p:nvPr/>
        </p:nvSpPr>
        <p:spPr>
          <a:xfrm>
            <a:off x="6362690" y="3868206"/>
            <a:ext cx="293890" cy="29389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53EA372-100D-8145-ACD5-1439CB6AD4C3}"/>
              </a:ext>
            </a:extLst>
          </p:cNvPr>
          <p:cNvCxnSpPr>
            <a:cxnSpLocks/>
          </p:cNvCxnSpPr>
          <p:nvPr/>
        </p:nvCxnSpPr>
        <p:spPr>
          <a:xfrm>
            <a:off x="4318351" y="3499944"/>
            <a:ext cx="52033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ED51B4E-4988-C3DE-E088-61130B9AEF98}"/>
              </a:ext>
            </a:extLst>
          </p:cNvPr>
          <p:cNvCxnSpPr>
            <a:cxnSpLocks/>
          </p:cNvCxnSpPr>
          <p:nvPr/>
        </p:nvCxnSpPr>
        <p:spPr>
          <a:xfrm>
            <a:off x="6577751" y="3531875"/>
            <a:ext cx="49754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8E59F53-A959-0026-3B5E-A5602E7ED43B}"/>
              </a:ext>
            </a:extLst>
          </p:cNvPr>
          <p:cNvSpPr txBox="1"/>
          <p:nvPr/>
        </p:nvSpPr>
        <p:spPr>
          <a:xfrm>
            <a:off x="4393512" y="3151691"/>
            <a:ext cx="110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…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EEC8FF-2D95-0800-4A96-EF2D0E51406C}"/>
              </a:ext>
            </a:extLst>
          </p:cNvPr>
          <p:cNvSpPr/>
          <p:nvPr/>
        </p:nvSpPr>
        <p:spPr>
          <a:xfrm>
            <a:off x="7075295" y="2474113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7D0A80-6146-07C5-573E-83F390917E0D}"/>
              </a:ext>
            </a:extLst>
          </p:cNvPr>
          <p:cNvSpPr/>
          <p:nvPr/>
        </p:nvSpPr>
        <p:spPr>
          <a:xfrm>
            <a:off x="7227695" y="2626513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DA55B57-3505-3B6F-632A-7F71A0E40099}"/>
              </a:ext>
            </a:extLst>
          </p:cNvPr>
          <p:cNvSpPr/>
          <p:nvPr/>
        </p:nvSpPr>
        <p:spPr>
          <a:xfrm>
            <a:off x="7380095" y="2778913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185B46-DBA3-DE60-7822-B3F3CC8F6F7E}"/>
              </a:ext>
            </a:extLst>
          </p:cNvPr>
          <p:cNvSpPr/>
          <p:nvPr/>
        </p:nvSpPr>
        <p:spPr>
          <a:xfrm>
            <a:off x="7532495" y="2931313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93C43B-D214-010F-7423-7547683797E2}"/>
              </a:ext>
            </a:extLst>
          </p:cNvPr>
          <p:cNvSpPr/>
          <p:nvPr/>
        </p:nvSpPr>
        <p:spPr>
          <a:xfrm>
            <a:off x="7874081" y="3293921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209C7B-6FAD-F1A0-9EF6-C98CFE7AEC5F}"/>
              </a:ext>
            </a:extLst>
          </p:cNvPr>
          <p:cNvSpPr/>
          <p:nvPr/>
        </p:nvSpPr>
        <p:spPr>
          <a:xfrm>
            <a:off x="8026481" y="3446321"/>
            <a:ext cx="557048" cy="557048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65C78A-E809-DB29-6F2F-FBB74C51DC3D}"/>
              </a:ext>
            </a:extLst>
          </p:cNvPr>
          <p:cNvSpPr txBox="1"/>
          <p:nvPr/>
        </p:nvSpPr>
        <p:spPr>
          <a:xfrm rot="2866578">
            <a:off x="7685515" y="3176361"/>
            <a:ext cx="473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…</a:t>
            </a:r>
            <a:endParaRPr lang="en-CN" b="1" dirty="0">
              <a:solidFill>
                <a:schemeClr val="bg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10360E-ADB8-06F1-BF89-7E57408C766B}"/>
              </a:ext>
            </a:extLst>
          </p:cNvPr>
          <p:cNvCxnSpPr>
            <a:cxnSpLocks/>
          </p:cNvCxnSpPr>
          <p:nvPr/>
        </p:nvCxnSpPr>
        <p:spPr>
          <a:xfrm>
            <a:off x="8824572" y="3598721"/>
            <a:ext cx="8224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28735DD-A364-57A3-0F0E-9DCC84A21977}"/>
              </a:ext>
            </a:extLst>
          </p:cNvPr>
          <p:cNvSpPr/>
          <p:nvPr/>
        </p:nvSpPr>
        <p:spPr>
          <a:xfrm>
            <a:off x="9807141" y="2809705"/>
            <a:ext cx="1053645" cy="1053645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9645BF-8547-BACC-1395-30B2575352E0}"/>
              </a:ext>
            </a:extLst>
          </p:cNvPr>
          <p:cNvSpPr txBox="1"/>
          <p:nvPr/>
        </p:nvSpPr>
        <p:spPr>
          <a:xfrm>
            <a:off x="6650469" y="3162483"/>
            <a:ext cx="110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360B26-8B32-6810-E318-E4D77F514B10}"/>
              </a:ext>
            </a:extLst>
          </p:cNvPr>
          <p:cNvSpPr txBox="1"/>
          <p:nvPr/>
        </p:nvSpPr>
        <p:spPr>
          <a:xfrm>
            <a:off x="8678984" y="3208368"/>
            <a:ext cx="110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convolve</a:t>
            </a: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D7EE922C-A6E8-9FE9-BA87-F7C6E9C67FBF}"/>
              </a:ext>
            </a:extLst>
          </p:cNvPr>
          <p:cNvSpPr/>
          <p:nvPr/>
        </p:nvSpPr>
        <p:spPr>
          <a:xfrm rot="19066586">
            <a:off x="5317834" y="2518001"/>
            <a:ext cx="190749" cy="1962840"/>
          </a:xfrm>
          <a:prstGeom prst="lef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108231-1218-E50C-F6D0-4C4EF2780DE2}"/>
              </a:ext>
            </a:extLst>
          </p:cNvPr>
          <p:cNvSpPr txBox="1"/>
          <p:nvPr/>
        </p:nvSpPr>
        <p:spPr>
          <a:xfrm>
            <a:off x="5003599" y="3598721"/>
            <a:ext cx="603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512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45E8795-85EA-A78D-AFE8-28FA77AC525C}"/>
              </a:ext>
            </a:extLst>
          </p:cNvPr>
          <p:cNvCxnSpPr>
            <a:cxnSpLocks/>
          </p:cNvCxnSpPr>
          <p:nvPr/>
        </p:nvCxnSpPr>
        <p:spPr>
          <a:xfrm>
            <a:off x="4578520" y="3614147"/>
            <a:ext cx="52033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F24663C-C5A5-DF19-401A-EECE2B1AABF3}"/>
              </a:ext>
            </a:extLst>
          </p:cNvPr>
          <p:cNvCxnSpPr>
            <a:cxnSpLocks/>
          </p:cNvCxnSpPr>
          <p:nvPr/>
        </p:nvCxnSpPr>
        <p:spPr>
          <a:xfrm>
            <a:off x="6766263" y="3625396"/>
            <a:ext cx="49754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05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Ling</dc:creator>
  <cp:lastModifiedBy>Jerry Ling</cp:lastModifiedBy>
  <cp:revision>1</cp:revision>
  <dcterms:created xsi:type="dcterms:W3CDTF">2025-04-04T07:21:13Z</dcterms:created>
  <dcterms:modified xsi:type="dcterms:W3CDTF">2025-04-04T07:32:29Z</dcterms:modified>
</cp:coreProperties>
</file>